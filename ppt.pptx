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61347"/>
            <a:ext cx="10312400" cy="5833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919574"/>
            <a:ext cx="10312400" cy="5717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244"/>
            <a:ext cx="10312400" cy="58040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3279"/>
            <a:ext cx="10312400" cy="5809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8453"/>
            <a:ext cx="10312400" cy="5779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903692"/>
            <a:ext cx="10312400" cy="5749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59047"/>
            <a:ext cx="10312400" cy="5838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2604"/>
            <a:ext cx="10312400" cy="5811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97303"/>
            <a:ext cx="10312400" cy="5761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44831"/>
            <a:ext cx="10312400" cy="58668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3536"/>
            <a:ext cx="10312400" cy="57894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64337"/>
            <a:ext cx="10312400" cy="58278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63413"/>
            <a:ext cx="10312400" cy="58296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1207"/>
            <a:ext cx="10312400" cy="5794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57460"/>
            <a:ext cx="10312400" cy="5841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907243"/>
            <a:ext cx="10312400" cy="57420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56049"/>
            <a:ext cx="10312400" cy="584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2025-11-15T16:49:47Z</dcterms:created>
  <dcterms:modified xsi:type="dcterms:W3CDTF">2025-11-15T16:49:47Z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LastSaved">
    <vt:filetime>2025-11-15T00:00:00Z</vt:filetime>
  </property>
  <property fmtid="{D5CDD505-2E9C-101B-9397-08002B2CF9AE}" pid="4" name="Producer">
    <vt:lpwstr>3-Heights(TM) PDF Security Shell 4.8.25.2 (http://www.pdf-tools.com)</vt:lpwstr>
  </property>
</Properties>
</file>